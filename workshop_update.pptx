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Accomplishments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Taking pydpvz from a basic I/O wrapper to a full-fledged distributed processing ecosystem.</a:t>
            </a:r>
          </a:p>
          <a:p>
            <a:pPr lvl="1">
              <a:defRPr sz="1800"/>
            </a:pPr>
            <a:r>
              <a:t>New Tools Built: Successfully developed and integrated dpvtkextract, dpvtksplice, dpvtkfilter (in-memory parallel algorithms), and dpvtkvideo (FFmpeg-powered MPI animation).</a:t>
            </a:r>
          </a:p>
          <a:p>
            <a:pPr lvl="1">
              <a:defRPr sz="1800"/>
            </a:pPr>
            <a:r>
              <a:t>Automated CI/CD: Completed Phase 17 by implementing a rigorous pytest integration suite that tests parallel end-to-end reading, filtering, and .dpvtk generation.</a:t>
            </a:r>
          </a:p>
          <a:p>
            <a:pPr lvl="1">
              <a:defRPr sz="1800"/>
            </a:pPr>
            <a:r>
              <a:t>Open-Source Ready: Fully sanitized the repository (w/ strict .gitignore), wrote a professional README.md, generalized the MPI setup scripts, and published to GitHub.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&amp; Technical Hurdles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Debugging distributed systems and ParaView pipelines with AI.</a:t>
            </a:r>
          </a:p>
          <a:p>
            <a:pPr lvl="1">
              <a:defRPr sz="1800"/>
            </a:pPr>
            <a:r>
              <a:t>The 'N vs M' Processor Trap: Identified a critical bug where reading a 40-rank dataset on a 16-rank batch job silently dropped chunks 16-39. We resolved this by implementing a dynamic round-robin block distribution loop.</a:t>
            </a:r>
          </a:p>
          <a:p>
            <a:pPr lvl="1">
              <a:defRPr sz="1800"/>
            </a:pPr>
            <a:r>
              <a:t>Pipeline Type Crashes: Complex ParaView filters were returning raw vtkDataObjects instead of standard datasets, crashing the in-memory serializer. We fixed this by deeply interrogating the proxy's GetClientSideObject().</a:t>
            </a:r>
          </a:p>
          <a:p>
            <a:pPr lvl="1">
              <a:defRPr sz="1800"/>
            </a:pPr>
            <a:r>
              <a:t>MPI ABI Deadlocks: Prevented catastrophic deadlocks for future users by embedding a dynamic ldd MPI-detector into the setup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Tooling &amp; Resource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Leveraging Agentic AI to rapidly prototype complex architectures.</a:t>
            </a:r>
          </a:p>
          <a:p>
            <a:pPr lvl="1">
              <a:defRPr sz="1800"/>
            </a:pPr>
            <a:r>
              <a:t>Token Usage: ~240,000 tokens today (July 28) vs ~500,000 tokens yesterday.</a:t>
            </a:r>
          </a:p>
          <a:p>
            <a:pPr lvl="1">
              <a:defRPr sz="1800"/>
            </a:pPr>
            <a:r>
              <a:t>Reduced token usage today by shifting from 'high-effort' heavy reasoning models to 'low-effort' lightning-fast models for mechanical, repetitive tasks.</a:t>
            </a:r>
          </a:p>
          <a:p>
            <a:pPr lvl="1">
              <a:defRPr sz="1800"/>
            </a:pPr>
            <a:r>
              <a:t>Successfully created an AGENTS.md file to bootstrap future AI sessions instantly, ensuring new agents don't hallucinate or fall into known MPI traps.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